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Inter" panose="02000503000000020004" pitchFamily="2" charset="0"/>
      <p:regular r:id="rId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666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741983"/>
            <a:ext cx="1997050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570533" y="779190"/>
            <a:ext cx="1848222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ENGENHARIA DE COMPUTAÇÃO – UFC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1024756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UniShare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96119" y="1598340"/>
            <a:ext cx="4722763" cy="2139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Finanças colaborativas para quem compartilha a vida e os estudos.</a:t>
            </a:r>
            <a:endParaRPr lang="en-US" sz="3350" dirty="0"/>
          </a:p>
        </p:txBody>
      </p:sp>
      <p:sp>
        <p:nvSpPr>
          <p:cNvPr id="7" name="Text 4"/>
          <p:cNvSpPr/>
          <p:nvPr/>
        </p:nvSpPr>
        <p:spPr>
          <a:xfrm>
            <a:off x="682154" y="4063454"/>
            <a:ext cx="4536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"Menos tempo cobrando, mais tempo estudando."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96119" y="3923928"/>
            <a:ext cx="14288" cy="477515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00423"/>
            <a:ext cx="803821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1042392"/>
            <a:ext cx="645468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292721"/>
            <a:ext cx="409895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caos do domingo à noite.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866305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mora em apartamento compartilhado ou divide projetos acadêmicos conhece bem essa cena: contas acumuladas, ninguém sabe quem pagou o quê, e a conversa sobre dinheiro sempre termina em constrangimento. O problema não é a falta de vontade, e sim a falta de uma ferramenta que entenda a realidade do estudante.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601218"/>
            <a:ext cx="2634555" cy="1541859"/>
          </a:xfrm>
          <a:prstGeom prst="roundRect">
            <a:avLst>
              <a:gd name="adj" fmla="val 4448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1831" y="2601218"/>
            <a:ext cx="57150" cy="1541859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677242" y="2739479"/>
            <a:ext cx="2315170" cy="39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📊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Planilhas que ninguém atualiza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7242" y="3206353"/>
            <a:ext cx="23151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Excel vira um documento morto. Cada um tem sua versão, ninguém sabe qual é a correta, e a confiança desaparece.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4648" y="2601218"/>
            <a:ext cx="2634630" cy="1541859"/>
          </a:xfrm>
          <a:prstGeom prst="roundRect">
            <a:avLst>
              <a:gd name="adj" fmla="val 4448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0360" y="2601218"/>
            <a:ext cx="57150" cy="1541859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3435772" y="2739479"/>
            <a:ext cx="2315245" cy="39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😬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 cobrança que desgasta amizades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35772" y="3206353"/>
            <a:ext cx="231524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Pedir dinheiro de volta vira um ato desconfortável. Em repúblicas, isso cria tensões desnecessárias entre colegas que deveriam ser amigos.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13252" y="2601218"/>
            <a:ext cx="2634555" cy="1541859"/>
          </a:xfrm>
          <a:prstGeom prst="roundRect">
            <a:avLst>
              <a:gd name="adj" fmla="val 4448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98964" y="2601218"/>
            <a:ext cx="57150" cy="1541859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16" name="Text 14"/>
          <p:cNvSpPr/>
          <p:nvPr/>
        </p:nvSpPr>
        <p:spPr>
          <a:xfrm>
            <a:off x="6194375" y="2739479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⚖️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Divisões injustas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4375" y="3012504"/>
            <a:ext cx="2315170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Pagar igualmente por algo que você não usou é frustrante. Sensor de R$ 200 comprado pelo Lucas, mas usado só por dois colegas — como dividir sem gerar confusão?</a:t>
            </a:r>
            <a:endParaRPr lang="en-US" sz="950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8441D8B6-37F9-5AB1-84EB-8AF32FDB1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870" y="4759198"/>
            <a:ext cx="1149350" cy="3398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99046"/>
            <a:ext cx="725984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736253"/>
            <a:ext cx="577155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SOLUÇÃO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981819"/>
            <a:ext cx="618790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Sistema Operacional da sua República.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55540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UniShare não é mais uma planilha. É uma plataforma pensada para a realidade do estudante universitário — com estrutura, clareza e justiça embutidas no design.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91854"/>
            <a:ext cx="1516038" cy="9369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3183806"/>
            <a:ext cx="180037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Workspaces Separados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6119" y="3452068"/>
            <a:ext cx="261386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Ambientes distintos para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Residência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(gastos fixos do mês) e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Atividade Acadêmica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(projetos pontuais). Cada contexto tem suas próprias regras e participantes.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991" y="2091854"/>
            <a:ext cx="1516038" cy="9369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64991" y="318380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Tags Binárias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264991" y="3452068"/>
            <a:ext cx="261394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Separação estrita entre o que é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[ESSENCIAL]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o que é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[LAZER]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Transparência total sobre para onde vai o dinheiro do grupo.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3939" y="2091854"/>
            <a:ext cx="1516038" cy="9369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33939" y="318380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Integração PIX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033939" y="3452068"/>
            <a:ext cx="261394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Chave PIX cadastrada no perfil de cada usuário. Pagamentos e acertos de conta com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único clique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sem digitar números ou copiar códigos.</a:t>
            </a:r>
            <a:endParaRPr lang="en-US" sz="95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932B422-15BB-2F67-6D4A-2C7D052477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4870" y="4759198"/>
            <a:ext cx="1149350" cy="3398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871" y="310679"/>
            <a:ext cx="1122611" cy="199876"/>
          </a:xfrm>
          <a:prstGeom prst="roundRect">
            <a:avLst>
              <a:gd name="adj" fmla="val 185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08099" y="343793"/>
            <a:ext cx="990154" cy="133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DIFERENCIAL TÉCNICO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41871" y="549846"/>
            <a:ext cx="5452542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Divisão Inteligente e Algoritmo de Saldo.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441871" y="1141065"/>
            <a:ext cx="2563490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Subconjuntos e Pesos Personalizados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41871" y="1412081"/>
            <a:ext cx="4421832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Selecione apenas quem participou do gasto e defina pesos diferentes. Exemplo: quem tem quarto maior paga 40%, os demais dividem o restante proporcionalmente. Justiça real, não divisão cega por igual.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41871" y="2011859"/>
            <a:ext cx="165556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Simplificação de Dívidas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1871" y="2282875"/>
            <a:ext cx="4421832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UniShare reduz automaticamente o número de transferências necessárias. Se João deve à Maria e Maria deve ao Pedro, o sistema identifica que </a:t>
            </a: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João pode pagar direto ao Pedro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almejando eliminar etapas desnecessárias.</a:t>
            </a:r>
            <a:endParaRPr lang="en-US" sz="8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993" y="1153344"/>
            <a:ext cx="3568824" cy="3568824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993" y="1153344"/>
            <a:ext cx="3568824" cy="356882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2064BB2-332C-AFD7-6C07-1819B1BA12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4870" y="4759198"/>
            <a:ext cx="1149350" cy="3398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8379" y="338063"/>
            <a:ext cx="1028849" cy="228302"/>
          </a:xfrm>
          <a:prstGeom prst="roundRect">
            <a:avLst>
              <a:gd name="adj" fmla="val 17971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561603" y="374675"/>
            <a:ext cx="882402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DE FUTURO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88379" y="614437"/>
            <a:ext cx="3145631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Foco no que importa.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88379" y="1176189"/>
            <a:ext cx="4738241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UniShare existe para devolver ao estudante o que ele mais precisa: tempo e tranquilidade. Menos energia gastada cobrando, mais energia para criar, estudar e viver.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88379" y="1892945"/>
            <a:ext cx="2308994" cy="1288703"/>
          </a:xfrm>
          <a:prstGeom prst="roundRect">
            <a:avLst>
              <a:gd name="adj" fmla="val 398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5181" y="2019746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🤝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Menos Conflitos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5181" y="2282577"/>
            <a:ext cx="2055391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de tensões em moradias estudantis com transparência e regras claras desde o início.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917552" y="1892945"/>
            <a:ext cx="2309068" cy="1288703"/>
          </a:xfrm>
          <a:prstGeom prst="roundRect">
            <a:avLst>
              <a:gd name="adj" fmla="val 398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44354" y="2019746"/>
            <a:ext cx="2055465" cy="38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📐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Projetos Acadêmicos Justos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044354" y="2473300"/>
            <a:ext cx="2055465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transparente de gastos em trabalhos em grupo, sem surpresas no final do semestre.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88379" y="3301826"/>
            <a:ext cx="4738241" cy="904131"/>
          </a:xfrm>
          <a:prstGeom prst="roundRect">
            <a:avLst>
              <a:gd name="adj" fmla="val 5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181" y="3428628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💚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Saúde Financeira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5181" y="3691458"/>
            <a:ext cx="448463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Estudantes com orçamento apertado ganham controle real sobre seus gastos coletivos.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71513" y="4476378"/>
            <a:ext cx="45551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Vamos simplificar a conta?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8379" y="4341168"/>
            <a:ext cx="14288" cy="464269"/>
          </a:xfrm>
          <a:prstGeom prst="rect">
            <a:avLst/>
          </a:prstGeom>
          <a:solidFill>
            <a:srgbClr val="4950BC"/>
          </a:solidFill>
          <a:ln/>
        </p:spPr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3D6A931C-B735-04CE-7C7D-20781219F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870" y="4759198"/>
            <a:ext cx="1149350" cy="339851"/>
          </a:xfrm>
          <a:prstGeom prst="rect">
            <a:avLst/>
          </a:prstGeom>
          <a:effectLst>
            <a:softEdge rad="127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501</Words>
  <Application>Microsoft Office PowerPoint</Application>
  <PresentationFormat>Apresentação na tela (16:9)</PresentationFormat>
  <Paragraphs>43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Inter Bold</vt:lpstr>
      <vt:lpstr>Inter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Cize Lucas</cp:lastModifiedBy>
  <cp:revision>2</cp:revision>
  <cp:lastPrinted>2026-05-05T01:48:57Z</cp:lastPrinted>
  <dcterms:created xsi:type="dcterms:W3CDTF">2026-05-05T01:44:08Z</dcterms:created>
  <dcterms:modified xsi:type="dcterms:W3CDTF">2026-05-05T01:51:40Z</dcterms:modified>
</cp:coreProperties>
</file>